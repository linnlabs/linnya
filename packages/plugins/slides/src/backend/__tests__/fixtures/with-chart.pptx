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Chart Fixture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28016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2026-04-02T07:54:48Z</dcterms:created>
  <dcterms:modified xsi:type="dcterms:W3CDTF">2026-04-02T07:54:48Z</dcterms:modified>
</cp:coreProperties>
</file>
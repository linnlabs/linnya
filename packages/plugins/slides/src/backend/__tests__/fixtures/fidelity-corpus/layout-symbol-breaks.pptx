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1d9a7d34400a4ca5" /><Relationship Type="http://schemas.openxmlformats.org/officeDocument/2006/relationships/extended-properties" Target="/docProps/app.xml" Id="R3feefd7b72de4487" /><Relationship Type="http://schemas.openxmlformats.org/officeDocument/2006/relationships/officeDocument" Target="/ppt/presentation.xml" Id="R33cab7c1ff96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2d4b5b24e47cd"/>
  </p:sldMasterIdLst>
  <p:notesMasterIdLst>
    <p:notesMasterId xmlns:r="http://schemas.openxmlformats.org/officeDocument/2006/relationships" r:id="R0eb9314201424406"/>
  </p:notesMasterIdLst>
  <p:sldIdLst>
    <p:sldId xmlns:r="http://schemas.openxmlformats.org/officeDocument/2006/relationships" id="256" r:id="R206ad5e0fac243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theme/theme1.xml" Id="Rf71624a16a954915" /><Relationship Type="http://schemas.openxmlformats.org/officeDocument/2006/relationships/slideMaster" Target="slideMasters/slideMaster1.xml" Id="R2142d4b5b24e47cd" /><Relationship Type="http://schemas.openxmlformats.org/officeDocument/2006/relationships/notesMaster" Target="notesMasters/notesMaster1.xml" Id="R0eb9314201424406" /><Relationship Type="http://schemas.openxmlformats.org/officeDocument/2006/relationships/presProps" Target="presProps.xml" Id="Re39153a99bb24f68" /><Relationship Type="http://schemas.openxmlformats.org/officeDocument/2006/relationships/tableStyles" Target="tableStyles.xml" Id="R59e637c4dbcc4b64" /><Relationship Type="http://schemas.openxmlformats.org/officeDocument/2006/relationships/slide" Target="slides/slide1.xml" Id="R206ad5e0fac243e1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theme3.xml" Id="Rb53ae0eb5a65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222cd5ae62c44fe1" /><Relationship Type="http://schemas.openxmlformats.org/officeDocument/2006/relationships/notesMaster" Target="../notesMasters/notesMaster1.xml" Id="R706d957e30f9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c75b91f56a50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theme2.xml" Id="Rdb480f35d2864f9f" /><Relationship Type="http://schemas.openxmlformats.org/officeDocument/2006/relationships/slideLayout" Target="../slideLayouts/slideLayout1.xml" Id="Rd26b8835bc4e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b8835bc4e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cda5b4cbfada40e9" /><Relationship Type="http://schemas.openxmlformats.org/officeDocument/2006/relationships/notesSlide" Target="../notesSlides/notesSlide1.xml" Id="R5b14cf8b4a6e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3D22E81F-2B08-43C7-8452-71D48E6E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Symbol boundary wrap</a:t>
            </a:r>
          </a:p>
        </p:txBody>
      </p:sp>
      <p:sp>
        <p:nvSpPr>
          <p:cNvPr id="3" name="fixture-scope-note">
            <a:extLst xmlns:a="http://schemas.openxmlformats.org/drawingml/2006/main">
              <a:ext uri="{FF2B5EF4-FFF2-40B4-BE49-F238E27FC236}">
                <a16:creationId xmlns:a16="http://schemas.microsoft.com/office/drawing/2014/main" id="{6037DE87-6A23-4114-92B6-B937C35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Locks token boundaries that previously diverged between preview and PPTX.</a:t>
            </a:r>
          </a:p>
        </p:txBody>
      </p:sp>
      <p:sp>
        <p:nvSpPr>
          <p:cNvPr id="4" name="label-pass-1-token">
            <a:extLst xmlns:a="http://schemas.openxmlformats.org/drawingml/2006/main">
              <a:ext uri="{FF2B5EF4-FFF2-40B4-BE49-F238E27FC236}">
                <a16:creationId xmlns:a16="http://schemas.microsoft.com/office/drawing/2014/main" id="{DA469197-4A48-4BF7-91BF-679F993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pass@1 token</a:t>
            </a:r>
          </a:p>
        </p:txBody>
      </p:sp>
      <p:sp>
        <p:nvSpPr>
          <p:cNvPr id="5" name="case-pass-at-one-word-wrap">
            <a:extLst xmlns:a="http://schemas.openxmlformats.org/drawingml/2006/main">
              <a:ext uri="{FF2B5EF4-FFF2-40B4-BE49-F238E27FC236}">
                <a16:creationId xmlns:a16="http://schemas.microsoft.com/office/drawing/2014/main" id="{36B682AD-9695-4133-BB7E-9ABCFBF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962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pass@1 status update should continue only after the token boundary.</a:t>
            </a:r>
          </a:p>
        </p:txBody>
      </p:sp>
      <p:sp>
        <p:nvSpPr>
          <p:cNvPr id="6" name="label-currency-token">
            <a:extLst xmlns:a="http://schemas.openxmlformats.org/drawingml/2006/main">
              <a:ext uri="{FF2B5EF4-FFF2-40B4-BE49-F238E27FC236}">
                <a16:creationId xmlns:a16="http://schemas.microsoft.com/office/drawing/2014/main" id="{3238975A-1D87-4BBF-9A2D-B610A1A4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currency token</a:t>
            </a:r>
          </a:p>
        </p:txBody>
      </p:sp>
      <p:sp>
        <p:nvSpPr>
          <p:cNvPr id="7" name="case-currency-pound-word-wrap">
            <a:extLst xmlns:a="http://schemas.openxmlformats.org/drawingml/2006/main">
              <a:ext uri="{FF2B5EF4-FFF2-40B4-BE49-F238E27FC236}">
                <a16:creationId xmlns:a16="http://schemas.microsoft.com/office/drawing/2014/main" id="{3BB81484-2FCC-4147-BA9C-F529425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192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111827"/>
                </a:solidFill>
                <a:latin typeface="Aptos"/>
                <a:ea typeface="Aptos"/>
                <a:cs typeface="Aptos"/>
              </a:rPr>
              <a:t>£720 due before renewal should stay with the amount marker.</a:t>
            </a:r>
          </a:p>
        </p:txBody>
      </p:sp>
      <p:sp>
        <p:nvSpPr>
          <p:cNvPr id="8" name="label-url-and-email">
            <a:extLst xmlns:a="http://schemas.openxmlformats.org/drawingml/2006/main">
              <a:ext uri="{FF2B5EF4-FFF2-40B4-BE49-F238E27FC236}">
                <a16:creationId xmlns:a16="http://schemas.microsoft.com/office/drawing/2014/main" id="{478AD6AB-F5FC-4FCF-8D36-E70C164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257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url and email</a:t>
            </a:r>
          </a:p>
        </p:txBody>
      </p:sp>
      <p:sp>
        <p:nvSpPr>
          <p:cNvPr id="9" name="case-url-email-boundaries">
            <a:extLst xmlns:a="http://schemas.openxmlformats.org/drawingml/2006/main">
              <a:ext uri="{FF2B5EF4-FFF2-40B4-BE49-F238E27FC236}">
                <a16:creationId xmlns:a16="http://schemas.microsoft.com/office/drawing/2014/main" id="{C267E01B-8F13-4A68-AE05-876690E5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971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 ops-team@example.com before https://status.example.test/pass@1 closes.</a:t>
            </a:r>
          </a:p>
        </p:txBody>
      </p:sp>
      <p:sp>
        <p:nvSpPr>
          <p:cNvPr id="10" name="label-no-wrap-overflow-sentinel">
            <a:extLst xmlns:a="http://schemas.openxmlformats.org/drawingml/2006/main">
              <a:ext uri="{FF2B5EF4-FFF2-40B4-BE49-F238E27FC236}">
                <a16:creationId xmlns:a16="http://schemas.microsoft.com/office/drawing/2014/main" id="{EC98E11C-908B-4CD0-BC2D-48DDEABA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no-wrap overflow sentinel</a:t>
            </a:r>
          </a:p>
        </p:txBody>
      </p:sp>
      <p:sp>
        <p:nvSpPr>
          <p:cNvPr id="11" name="case-no-wrap-long-token">
            <a:extLst xmlns:a="http://schemas.openxmlformats.org/drawingml/2006/main">
              <a:ext uri="{FF2B5EF4-FFF2-40B4-BE49-F238E27FC236}">
                <a16:creationId xmlns:a16="http://schemas.microsoft.com/office/drawing/2014/main" id="{CA6A01D0-F3DB-42E4-AFB0-B05F7D1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7924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ACC15"/>
            </a:solidFill>
            <a:prstDash val="solid"/>
          </a:ln>
        </p:spPr>
        <p:txBody>
          <a:bodyPr xmlns:a="http://schemas.openxmlformats.org/drawingml/2006/main" wrap="non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11827"/>
                </a:solidFill>
                <a:latin typeface="Aptos"/>
                <a:ea typeface="Aptos"/>
                <a:cs typeface="Aptos"/>
              </a:rPr>
              <a:t>NO_WRAP_SENTINEL_pass@1_£720_https://example.test/very-long-token</a:t>
            </a:r>
          </a:p>
        </p:txBody>
      </p:sp>
      <p:sp>
        <p:nvSpPr>
          <p:cNvPr id="12" name="label-expected-future-harness-signals">
            <a:extLst xmlns:a="http://schemas.openxmlformats.org/drawingml/2006/main">
              <a:ext uri="{FF2B5EF4-FFF2-40B4-BE49-F238E27FC236}">
                <a16:creationId xmlns:a16="http://schemas.microsoft.com/office/drawing/2014/main" id="{1C46690A-44B7-4B7B-AC8B-704B6B93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57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expected future harness signals</a:t>
            </a:r>
          </a:p>
        </p:txBody>
      </p:sp>
      <p:sp>
        <p:nvSpPr>
          <p:cNvPr id="13" name="case-symbol-break-notes">
            <a:extLst xmlns:a="http://schemas.openxmlformats.org/drawingml/2006/main">
              <a:ext uri="{FF2B5EF4-FFF2-40B4-BE49-F238E27FC236}">
                <a16:creationId xmlns:a16="http://schemas.microsoft.com/office/drawing/2014/main" id="{33C408F6-0815-4CB5-B363-66ACD9B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62100"/>
            <a:ext cx="2381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 checks should compare line count, first cluster on each line, content height, and advanceSource. This deck intentionally keeps visual design plain.</a:t>
            </a:r>
          </a:p>
        </p:txBody>
      </p:sp>
    </p:spTree>
    <p:extLst>
      <p:ext uri="{BB962C8B-B14F-4D97-AF65-F5344CB8AC3E}">
        <p14:creationId xmlns:p14="http://schemas.microsoft.com/office/powerpoint/2010/main" val="329786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2026-07-07T01:47:04.1530000Z</dcterms:created>
  <dcterms:modified xsi:type="dcterms:W3CDTF">2026-07-07T01:47:04.1530000Z</dcterms:modified>
</coreProperties>
</file>
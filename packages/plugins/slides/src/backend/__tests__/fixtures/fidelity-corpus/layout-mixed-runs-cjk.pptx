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d6ff0e9c01554346" /><Relationship Type="http://schemas.openxmlformats.org/officeDocument/2006/relationships/extended-properties" Target="/docProps/app.xml" Id="R0f383b99d1164747" /><Relationship Type="http://schemas.openxmlformats.org/officeDocument/2006/relationships/officeDocument" Target="/ppt/presentation.xml" Id="R24320d518b98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31b027d7844d3"/>
  </p:sldMasterIdLst>
  <p:notesMasterIdLst>
    <p:notesMasterId xmlns:r="http://schemas.openxmlformats.org/officeDocument/2006/relationships" r:id="R72d53e34f6714452"/>
  </p:notesMasterIdLst>
  <p:sldIdLst>
    <p:sldId xmlns:r="http://schemas.openxmlformats.org/officeDocument/2006/relationships" id="256" r:id="Rc2b5851949894c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theme/theme1.xml" Id="R01ad5104d6c44592" /><Relationship Type="http://schemas.openxmlformats.org/officeDocument/2006/relationships/slideMaster" Target="slideMasters/slideMaster1.xml" Id="R27f31b027d7844d3" /><Relationship Type="http://schemas.openxmlformats.org/officeDocument/2006/relationships/notesMaster" Target="notesMasters/notesMaster1.xml" Id="R72d53e34f6714452" /><Relationship Type="http://schemas.openxmlformats.org/officeDocument/2006/relationships/presProps" Target="presProps.xml" Id="R88ca548d1c414c17" /><Relationship Type="http://schemas.openxmlformats.org/officeDocument/2006/relationships/tableStyles" Target="tableStyles.xml" Id="R0dc1947c0f7f4d1b" /><Relationship Type="http://schemas.openxmlformats.org/officeDocument/2006/relationships/slide" Target="slides/slide1.xml" Id="Rc2b5851949894cbd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theme3.xml" Id="Rf0754004ec9046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9468378d1d154bf1" /><Relationship Type="http://schemas.openxmlformats.org/officeDocument/2006/relationships/notesMaster" Target="../notesMasters/notesMaster1.xml" Id="R29a785fcda3b42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7d3b442661a4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theme2.xml" Id="R68d3c03bcda64de1" /><Relationship Type="http://schemas.openxmlformats.org/officeDocument/2006/relationships/slideLayout" Target="../slideLayouts/slideLayout1.xml" Id="Rea754baa120e4b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754baa120e4b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99ac49ef652645ff" /><Relationship Type="http://schemas.openxmlformats.org/officeDocument/2006/relationships/notesSlide" Target="../notesSlides/notesSlide1.xml" Id="R49436593b58746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93732C4A-71E1-4C92-A780-754422E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Mixed runs and CJK punctuation</a:t>
            </a:r>
          </a:p>
        </p:txBody>
      </p:sp>
      <p:sp>
        <p:nvSpPr>
          <p:cNvPr id="3" name="fixture-scope-note">
            <a:extLst xmlns:a="http://schemas.openxmlformats.org/drawingml/2006/main">
              <a:ext uri="{FF2B5EF4-FFF2-40B4-BE49-F238E27FC236}">
                <a16:creationId xmlns:a16="http://schemas.microsoft.com/office/drawing/2014/main" id="{E0FE81E4-B8EF-43AA-9C2A-B2AA1013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Covers run slicing, fallback font identity, and office-compatible kinsoku breaks.</a:t>
            </a:r>
          </a:p>
        </p:txBody>
      </p:sp>
      <p:sp>
        <p:nvSpPr>
          <p:cNvPr id="4" name="label-mixed-style-runs">
            <a:extLst xmlns:a="http://schemas.openxmlformats.org/drawingml/2006/main">
              <a:ext uri="{FF2B5EF4-FFF2-40B4-BE49-F238E27FC236}">
                <a16:creationId xmlns:a16="http://schemas.microsoft.com/office/drawing/2014/main" id="{1DF71952-EE5F-491C-B1C4-19C34FE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mixed style runs</a:t>
            </a:r>
          </a:p>
        </p:txBody>
      </p:sp>
      <p:sp>
        <p:nvSpPr>
          <p:cNvPr id="5" name="case-mixed-runs-cjk-currency">
            <a:extLst xmlns:a="http://schemas.openxmlformats.org/drawingml/2006/main">
              <a:ext uri="{FF2B5EF4-FFF2-40B4-BE49-F238E27FC236}">
                <a16:creationId xmlns:a16="http://schemas.microsoft.com/office/drawing/2014/main" id="{3F0EC307-98B6-4726-93E7-C572AC9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14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33350" tIns="114300" rIns="133350" bIns="11430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Release </a:t>
            </a: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v2.6</a:t>
            </a: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：价格</a:t>
            </a: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£720</a:t>
            </a:r>
            <a:r>
              <a:rPr sz="1800">
                <a:solidFill>
                  <a:srgbClr val="111827"/>
                </a:solidFill>
                <a:latin typeface="Aptos"/>
                <a:ea typeface="Aptos"/>
                <a:cs typeface="Aptos"/>
              </a:rPr>
              <a:t>，然后继续验证中文标点。不要让，。？！出现在行首。</a:t>
            </a:r>
          </a:p>
        </p:txBody>
      </p:sp>
      <p:sp>
        <p:nvSpPr>
          <p:cNvPr id="6" name="label-missing-font-fallback">
            <a:extLst xmlns:a="http://schemas.openxmlformats.org/drawingml/2006/main">
              <a:ext uri="{FF2B5EF4-FFF2-40B4-BE49-F238E27FC236}">
                <a16:creationId xmlns:a16="http://schemas.microsoft.com/office/drawing/2014/main" id="{2CA1B682-E775-4061-872C-4CFAD3C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19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missing font fallback</a:t>
            </a:r>
          </a:p>
        </p:txBody>
      </p:sp>
      <p:sp>
        <p:nvSpPr>
          <p:cNvPr id="7" name="case-missing-font-latin-fallback">
            <a:extLst xmlns:a="http://schemas.openxmlformats.org/drawingml/2006/main">
              <a:ext uri="{FF2B5EF4-FFF2-40B4-BE49-F238E27FC236}">
                <a16:creationId xmlns:a16="http://schemas.microsoft.com/office/drawing/2014/main" id="{0F9D8D36-E752-4DB7-B31E-A3739206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4000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86EFAC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FidelityMissingDisplay"/>
                <a:ea typeface="FidelityMissingDisplay"/>
                <a:cs typeface="FidelityMissingDisplay"/>
              </a:defRPr>
            </a:pPr>
            <a:r>
              <a:rPr sz="1650">
                <a:solidFill>
                  <a:srgbClr val="111827"/>
                </a:solidFill>
                <a:latin typeface="FidelityMissingDisplay"/>
                <a:ea typeface="FidelityMissingDisplay"/>
                <a:cs typeface="FidelityMissingDisplay"/>
              </a:rPr>
              <a:t>Missing font request: FidelityMissingDisplay. The resolved font identity should be observable and stable enough for regression reports.</a:t>
            </a:r>
          </a:p>
        </p:txBody>
      </p:sp>
      <p:sp>
        <p:nvSpPr>
          <p:cNvPr id="8" name="label-char-like-cjk-stress">
            <a:extLst xmlns:a="http://schemas.openxmlformats.org/drawingml/2006/main">
              <a:ext uri="{FF2B5EF4-FFF2-40B4-BE49-F238E27FC236}">
                <a16:creationId xmlns:a16="http://schemas.microsoft.com/office/drawing/2014/main" id="{3BE9609F-5C73-41F9-A851-4057A80D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char-like CJK stress</a:t>
            </a:r>
          </a:p>
        </p:txBody>
      </p:sp>
      <p:sp>
        <p:nvSpPr>
          <p:cNvPr id="9" name="case-cjk-punctuation-stress">
            <a:extLst xmlns:a="http://schemas.openxmlformats.org/drawingml/2006/main">
              <a:ext uri="{FF2B5EF4-FFF2-40B4-BE49-F238E27FC236}">
                <a16:creationId xmlns:a16="http://schemas.microsoft.com/office/drawing/2014/main" id="{B678D2D8-0FC4-4A66-8AE2-C0BA9A8C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8481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827"/>
                </a:solidFill>
                <a:latin typeface="FidelityMissingCjkSans"/>
                <a:ea typeface="FidelityMissingCjkSans"/>
                <a:cs typeface="FidelityMissingCjkSans"/>
              </a:defRPr>
            </a:pPr>
            <a:r>
              <a:rPr sz="1800">
                <a:solidFill>
                  <a:srgbClr val="111827"/>
                </a:solidFill>
                <a:latin typeface="FidelityMissingCjkSans"/>
                <a:ea typeface="FidelityMissingCjkSans"/>
                <a:cs typeface="FidelityMissingCjkSans"/>
              </a:rPr>
              <a:t>这是一个用于断行压力测试的中文段落：当宽度变窄时，逗号、句号、问号和感叹号不应该孤零零跑到行首。</a:t>
            </a:r>
          </a:p>
        </p:txBody>
      </p:sp>
      <p:sp>
        <p:nvSpPr>
          <p:cNvPr id="10" name="label-run-slicing-sentinel">
            <a:extLst xmlns:a="http://schemas.openxmlformats.org/drawingml/2006/main">
              <a:ext uri="{FF2B5EF4-FFF2-40B4-BE49-F238E27FC236}">
                <a16:creationId xmlns:a16="http://schemas.microsoft.com/office/drawing/2014/main" id="{90602FD8-9362-4292-BEF2-4836FEEF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run slicing sentinel</a:t>
            </a:r>
          </a:p>
        </p:txBody>
      </p:sp>
      <p:sp>
        <p:nvSpPr>
          <p:cNvPr id="11" name="case-run-slice-sentinel">
            <a:extLst xmlns:a="http://schemas.openxmlformats.org/drawingml/2006/main">
              <a:ext uri="{FF2B5EF4-FFF2-40B4-BE49-F238E27FC236}">
                <a16:creationId xmlns:a16="http://schemas.microsoft.com/office/drawing/2014/main" id="{61BEC290-8C66-4CAB-93D6-6A7A2F8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05300"/>
            <a:ext cx="5067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33350" tIns="114300" rIns="133350" bIns="114300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  <a:latin typeface="Aptos"/>
                <a:ea typeface="Aptos"/>
                <a:cs typeface="Aptos"/>
              </a:rPr>
              <a:t>Plain </a:t>
            </a: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bold </a:t>
            </a:r>
            <a:r>
              <a:rPr sz="1725" i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italic </a:t>
            </a:r>
            <a:r>
              <a:rPr sz="1725">
                <a:solidFill>
                  <a:srgbClr val="111827"/>
                </a:solidFill>
                <a:latin typeface="FidelityMissingCjkSans"/>
                <a:ea typeface="FidelityMissingCjkSans"/>
                <a:cs typeface="FidelityMissingCjkSans"/>
              </a:rPr>
              <a:t>中文</a:t>
            </a:r>
            <a:r>
              <a:rPr sz="1725">
                <a:solidFill>
                  <a:srgbClr val="111827"/>
                </a:solidFill>
                <a:latin typeface="Aptos"/>
                <a:ea typeface="Aptos"/>
                <a:cs typeface="Aptos"/>
              </a:rPr>
              <a:t> after-run boundary keeps slices.</a:t>
            </a:r>
          </a:p>
        </p:txBody>
      </p:sp>
    </p:spTree>
    <p:extLst>
      <p:ext uri="{BB962C8B-B14F-4D97-AF65-F5344CB8AC3E}">
        <p14:creationId xmlns:p14="http://schemas.microsoft.com/office/powerpoint/2010/main" val="183671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2026-07-07T01:47:04.9300000Z</dcterms:created>
  <dcterms:modified xsi:type="dcterms:W3CDTF">2026-07-07T01:47:04.9300000Z</dcterms:modified>
</coreProperties>
</file>
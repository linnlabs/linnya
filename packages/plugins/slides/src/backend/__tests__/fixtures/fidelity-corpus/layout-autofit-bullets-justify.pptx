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49c17d3c571540f5" /><Relationship Type="http://schemas.openxmlformats.org/officeDocument/2006/relationships/extended-properties" Target="/docProps/app.xml" Id="R38a6bed5d59241f2" /><Relationship Type="http://schemas.openxmlformats.org/officeDocument/2006/relationships/officeDocument" Target="/ppt/presentation.xml" Id="R6021ab9f352f48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eba7497c974e0e"/>
  </p:sldMasterIdLst>
  <p:notesMasterIdLst>
    <p:notesMasterId xmlns:r="http://schemas.openxmlformats.org/officeDocument/2006/relationships" r:id="Rb929b1b994be497c"/>
  </p:notesMasterIdLst>
  <p:sldIdLst>
    <p:sldId xmlns:r="http://schemas.openxmlformats.org/officeDocument/2006/relationships" id="256" r:id="R55021e90efe247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theme/theme1.xml" Id="R9bb81a35745842c9" /><Relationship Type="http://schemas.openxmlformats.org/officeDocument/2006/relationships/slideMaster" Target="slideMasters/slideMaster1.xml" Id="Re0eba7497c974e0e" /><Relationship Type="http://schemas.openxmlformats.org/officeDocument/2006/relationships/notesMaster" Target="notesMasters/notesMaster1.xml" Id="Rb929b1b994be497c" /><Relationship Type="http://schemas.openxmlformats.org/officeDocument/2006/relationships/presProps" Target="presProps.xml" Id="Rdc085794b9984e4a" /><Relationship Type="http://schemas.openxmlformats.org/officeDocument/2006/relationships/tableStyles" Target="tableStyles.xml" Id="Re1dc996b814e42ff" /><Relationship Type="http://schemas.openxmlformats.org/officeDocument/2006/relationships/slide" Target="slides/slide1.xml" Id="R55021e90efe247df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theme/theme3.xml" Id="R1c80a0b3d35d48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../slides/slide1.xml" Id="Re1c46cac3dfe4911" /><Relationship Type="http://schemas.openxmlformats.org/officeDocument/2006/relationships/notesMaster" Target="../notesMasters/notesMaster1.xml" Id="R78305369e5a844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../slideMasters/slideMaster1.xml" Id="R453f9337157c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theme/theme2.xml" Id="R07c7b49e66434905" /><Relationship Type="http://schemas.openxmlformats.org/officeDocument/2006/relationships/slideLayout" Target="../slideLayouts/slideLayout1.xml" Id="Re539d0dd9b6248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39d0dd9b6248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../slideLayouts/slideLayout1.xml" Id="Rde90e358661e4341" /><Relationship Type="http://schemas.openxmlformats.org/officeDocument/2006/relationships/notesSlide" Target="../notesSlides/notesSlide1.xml" Id="Rc4c3926739314c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ixture-title">
            <a:extLst xmlns:a="http://schemas.openxmlformats.org/drawingml/2006/main">
              <a:ext uri="{FF2B5EF4-FFF2-40B4-BE49-F238E27FC236}">
                <a16:creationId xmlns:a16="http://schemas.microsoft.com/office/drawing/2014/main" id="{8FBAD849-BF4A-45D1-9222-C4DBB822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Autofit, bullets, and justify</a:t>
            </a:r>
          </a:p>
        </p:txBody>
      </p:sp>
      <p:sp>
        <p:nvSpPr>
          <p:cNvPr id="3" name="fixture-scope-note">
            <a:extLst xmlns:a="http://schemas.openxmlformats.org/drawingml/2006/main">
              <a:ext uri="{FF2B5EF4-FFF2-40B4-BE49-F238E27FC236}">
                <a16:creationId xmlns:a16="http://schemas.microsoft.com/office/drawing/2014/main" id="{14A9DD85-A5EC-4214-A0DD-A99DAA8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475569"/>
                </a:solidFill>
                <a:latin typeface="Aptos"/>
                <a:ea typeface="Aptos"/>
                <a:cs typeface="Aptos"/>
              </a:rPr>
              <a:t>Focuses on contract fields that used to split between compiler, renderer, and layout.</a:t>
            </a:r>
          </a:p>
        </p:txBody>
      </p:sp>
      <p:sp>
        <p:nvSpPr>
          <p:cNvPr id="4" name="label-shrink-text-title">
            <a:extLst xmlns:a="http://schemas.openxmlformats.org/drawingml/2006/main">
              <a:ext uri="{FF2B5EF4-FFF2-40B4-BE49-F238E27FC236}">
                <a16:creationId xmlns:a16="http://schemas.microsoft.com/office/drawing/2014/main" id="{7C22D279-7DD4-43EF-AEEA-C2C72C20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shrink-text title</a:t>
            </a:r>
          </a:p>
        </p:txBody>
      </p:sp>
      <p:sp>
        <p:nvSpPr>
          <p:cNvPr id="5" name="case-shrink-text-title">
            <a:extLst xmlns:a="http://schemas.openxmlformats.org/drawingml/2006/main">
              <a:ext uri="{FF2B5EF4-FFF2-40B4-BE49-F238E27FC236}">
                <a16:creationId xmlns:a16="http://schemas.microsoft.com/office/drawing/2014/main" id="{E7898F7A-AF4C-4C77-9C6D-EFD9D1AE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A5B4FC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11827"/>
                </a:solidFill>
                <a:latin typeface="Aptos"/>
                <a:ea typeface="Aptos"/>
                <a:cs typeface="Aptos"/>
              </a:rPr>
              <a:t>A deliberately long title that must shrink instead of overflowing its fixed text box</a:t>
            </a:r>
          </a:p>
        </p:txBody>
      </p:sp>
      <p:sp>
        <p:nvSpPr>
          <p:cNvPr id="6" name="label-resize-shape-body">
            <a:extLst xmlns:a="http://schemas.openxmlformats.org/drawingml/2006/main">
              <a:ext uri="{FF2B5EF4-FFF2-40B4-BE49-F238E27FC236}">
                <a16:creationId xmlns:a16="http://schemas.microsoft.com/office/drawing/2014/main" id="{F8903A18-9BB8-45C1-B526-7A157BF3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resize-shape body</a:t>
            </a:r>
          </a:p>
        </p:txBody>
      </p:sp>
      <p:sp>
        <p:nvSpPr>
          <p:cNvPr id="7" name="case-resize-shape-body">
            <a:extLst xmlns:a="http://schemas.openxmlformats.org/drawingml/2006/main">
              <a:ext uri="{FF2B5EF4-FFF2-40B4-BE49-F238E27FC236}">
                <a16:creationId xmlns:a16="http://schemas.microsoft.com/office/drawing/2014/main" id="{2200E5DC-0168-4966-A8AA-636CBFAA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4762500" cy="1196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sp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11827"/>
                </a:solidFill>
                <a:latin typeface="Aptos"/>
                <a:ea typeface="Aptos"/>
                <a:cs typeface="Aptos"/>
              </a:rPr>
              <a:t>Resize-shape keeps the authored font size and expands the box when the generated content needs another line. This catches the 1.0 vs 1.2 line-height split.</a:t>
            </a:r>
          </a:p>
        </p:txBody>
      </p:sp>
      <p:sp>
        <p:nvSpPr>
          <p:cNvPr id="8" name="label-justify-paragraph">
            <a:extLst xmlns:a="http://schemas.openxmlformats.org/drawingml/2006/main">
              <a:ext uri="{FF2B5EF4-FFF2-40B4-BE49-F238E27FC236}">
                <a16:creationId xmlns:a16="http://schemas.microsoft.com/office/drawing/2014/main" id="{FE576E2C-0403-445F-B2A1-26EFA3FB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00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justify paragraph</a:t>
            </a:r>
          </a:p>
        </p:txBody>
      </p:sp>
      <p:sp>
        <p:nvSpPr>
          <p:cNvPr id="9" name="case-justify-alignment">
            <a:extLst xmlns:a="http://schemas.openxmlformats.org/drawingml/2006/main">
              <a:ext uri="{FF2B5EF4-FFF2-40B4-BE49-F238E27FC236}">
                <a16:creationId xmlns:a16="http://schemas.microsoft.com/office/drawing/2014/main" id="{A581E829-5A64-44CB-B92C-EF82E1AF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4629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defRPr sz="165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11827"/>
                </a:solidFill>
                <a:latin typeface="Aptos"/>
                <a:ea typeface="Aptos"/>
                <a:cs typeface="Aptos"/>
              </a:rPr>
              <a:t>Justify alignment should remain semantic data even when the renderer chooses not to distribute glyphs across the final visual line.</a:t>
            </a:r>
          </a:p>
        </p:txBody>
      </p:sp>
      <p:sp>
        <p:nvSpPr>
          <p:cNvPr id="10" name="label-multi-level-bullets">
            <a:extLst xmlns:a="http://schemas.openxmlformats.org/drawingml/2006/main">
              <a:ext uri="{FF2B5EF4-FFF2-40B4-BE49-F238E27FC236}">
                <a16:creationId xmlns:a16="http://schemas.microsoft.com/office/drawing/2014/main" id="{93789E58-0CD1-4ABD-A8E8-64ADF781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multi-level bullets</a:t>
            </a:r>
          </a:p>
        </p:txBody>
      </p:sp>
      <p:sp>
        <p:nvSpPr>
          <p:cNvPr id="11" name="case-multi-level-bullets">
            <a:extLst xmlns:a="http://schemas.openxmlformats.org/drawingml/2006/main">
              <a:ext uri="{FF2B5EF4-FFF2-40B4-BE49-F238E27FC236}">
                <a16:creationId xmlns:a16="http://schemas.microsoft.com/office/drawing/2014/main" id="{31EC4521-AA08-4F7D-9627-7A5AB149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90950"/>
            <a:ext cx="46291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133350" tIns="114300" rIns="133350" bIns="114300">
            <a:noAutofit/>
          </a:bodyPr>
          <a:lstStyle xmlns:a="http://schemas.openxmlformats.org/drawingml/2006/main"/>
          <a:p xmlns:a="http://schemas.openxmlformats.org/drawingml/2006/main">
            <a:pPr marL="24" indent="-14">
              <a:buChar char="•"/>
              <a:defRPr sz="1575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Contract:</a:t>
            </a:r>
            <a:r>
              <a:rPr sz="1575">
                <a:solidFill>
                  <a:srgbClr val="111827"/>
                </a:solidFill>
                <a:latin typeface="Aptos"/>
                <a:ea typeface="Aptos"/>
                <a:cs typeface="Aptos"/>
              </a:rPr>
              <a:t> padding, wrap, and autofit come from one source.</a:t>
            </a:r>
          </a:p>
          <a:p xmlns:a="http://schemas.openxmlformats.org/drawingml/2006/main">
            <a:pPr marL="46" indent="-14">
              <a:buChar char="◦"/>
              <a:defRPr sz="1575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Layout:</a:t>
            </a:r>
            <a:r>
              <a:rPr sz="1575">
                <a:solidFill>
                  <a:srgbClr val="111827"/>
                </a:solidFill>
                <a:latin typeface="Aptos"/>
                <a:ea typeface="Aptos"/>
                <a:cs typeface="Aptos"/>
              </a:rPr>
              <a:t> lines and slices are reused by preview.</a:t>
            </a:r>
          </a:p>
          <a:p xmlns:a="http://schemas.openxmlformats.org/drawingml/2006/main">
            <a:pPr marL="68" indent="-14">
              <a:buChar char="▪"/>
              <a:defRPr sz="1575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Export:</a:t>
            </a:r>
            <a:r>
              <a:rPr sz="1575">
                <a:solidFill>
                  <a:srgbClr val="111827"/>
                </a:solidFill>
                <a:latin typeface="Aptos"/>
                <a:ea typeface="Aptos"/>
                <a:cs typeface="Aptos"/>
              </a:rPr>
              <a:t> OOXML keeps the same intent.</a:t>
            </a:r>
          </a:p>
        </p:txBody>
      </p:sp>
    </p:spTree>
    <p:extLst>
      <p:ext uri="{BB962C8B-B14F-4D97-AF65-F5344CB8AC3E}">
        <p14:creationId xmlns:p14="http://schemas.microsoft.com/office/powerpoint/2010/main" val="262142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2026-07-07T01:47:05.1470000Z</dcterms:created>
  <dcterms:modified xsi:type="dcterms:W3CDTF">2026-07-07T01:47:05.1470000Z</dcterms:modified>
</coreProperties>
</file>